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Review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Machine Learning project</a:t>
            </a:r>
          </a:p>
          <a:p>
            <a:pPr>
              <a:defRPr sz="2200"/>
            </a:pPr>
            <a:r>
              <a:t>Electronics / computer product reviews</a:t>
            </a:r>
          </a:p>
          <a:p>
            <a:pPr>
              <a:defRPr sz="2200"/>
            </a:pPr>
            <a:r>
              <a:t>TF-IDF + Logistic Regression +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Customers leave large volumes of unstructured product feedback.</a:t>
            </a:r>
          </a:p>
          <a:p>
            <a:pPr>
              <a:defRPr sz="2200"/>
            </a:pPr>
            <a:r>
              <a:t>Manually reading every review is time-consuming.</a:t>
            </a:r>
          </a:p>
          <a:p>
            <a:pPr>
              <a:defRPr sz="2200"/>
            </a:pPr>
            <a:r>
              <a:t>Goal: automatically label reviews as positive, negative or neutral.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Prepare and clean review text</a:t>
            </a:r>
          </a:p>
          <a:p>
            <a:pPr>
              <a:defRPr sz="2200"/>
            </a:pPr>
            <a:r>
              <a:t>Convert text into TF-IDF numerical features</a:t>
            </a:r>
          </a:p>
          <a:p>
            <a:pPr>
              <a:defRPr sz="2200"/>
            </a:pPr>
            <a:r>
              <a:t>Train and evaluate a multiclass classifier</a:t>
            </a:r>
          </a:p>
          <a:p>
            <a:pPr>
              <a:defRPr sz="2200"/>
            </a:pPr>
            <a:r>
              <a:t>Provide an interactive review-analysis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300-row synthetic demonstration CSV included</a:t>
            </a:r>
          </a:p>
          <a:p>
            <a:pPr>
              <a:defRPr sz="2200"/>
            </a:pPr>
            <a:r>
              <a:t>Three balanced labels: positive, negative, neutral</a:t>
            </a:r>
          </a:p>
          <a:p>
            <a:pPr>
              <a:defRPr sz="2200"/>
            </a:pPr>
            <a:r>
              <a:t>Replace with a genuine labelled dataset before claiming real-world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CSV input → preprocessing → TF-IDF → Logistic Regression</a:t>
            </a:r>
          </a:p>
          <a:p>
            <a:pPr>
              <a:defRPr sz="2200"/>
            </a:pPr>
            <a:r>
              <a:t>Model output → Streamlit dashboard</a:t>
            </a:r>
          </a:p>
          <a:p>
            <a:pPr>
              <a:defRPr sz="2200"/>
            </a:pPr>
            <a:r>
              <a:t>Held-out stratified test split for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Remove missing rows and validate required columns</a:t>
            </a:r>
          </a:p>
          <a:p>
            <a:pPr>
              <a:defRPr sz="2200"/>
            </a:pPr>
            <a:r>
              <a:t>TF-IDF with unigrams and bigrams</a:t>
            </a:r>
          </a:p>
          <a:p>
            <a:pPr>
              <a:defRPr sz="2200"/>
            </a:pPr>
            <a:r>
              <a:t>Logistic Regression with balanced class weights</a:t>
            </a:r>
          </a:p>
          <a:p>
            <a:pPr>
              <a:defRPr sz="2200"/>
            </a:pPr>
            <a:r>
              <a:t>Report accuracy, precision, recall, F1-score and 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(demo dataset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 on synthetic held-out split: 1.000</a:t>
            </a:r>
          </a:p>
          <a:p>
            <a:pPr>
              <a:defRPr sz="2200"/>
            </a:pPr>
            <a:r>
              <a:t>Training rows: 240 | Test rows: 60</a:t>
            </a:r>
          </a:p>
          <a:p>
            <a:pPr>
              <a:defRPr sz="2200"/>
            </a:pPr>
            <a:r>
              <a:t>These numbers are pipeline smoke-test results, not real-world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Launch: streamlit run app.py</a:t>
            </a:r>
          </a:p>
          <a:p>
            <a:pPr>
              <a:defRPr sz="2200"/>
            </a:pPr>
            <a:r>
              <a:t>Enter a review and click Analyze sentiment</a:t>
            </a:r>
          </a:p>
          <a:p>
            <a:pPr>
              <a:defRPr sz="2200"/>
            </a:pPr>
            <a:r>
              <a:t>Show predicted class and class probabilities</a:t>
            </a:r>
          </a:p>
          <a:p>
            <a:pPr>
              <a:defRPr sz="2200"/>
            </a:pPr>
            <a:r>
              <a:t>Open Explore dataset to inspect the bundled sample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starter data does not represent real customer language</a:t>
            </a:r>
          </a:p>
          <a:p>
            <a:pPr>
              <a:defRPr sz="2200"/>
            </a:pPr>
            <a:r>
              <a:t>Replace with licensed / permitted authentic reviews</a:t>
            </a:r>
          </a:p>
          <a:p>
            <a:pPr>
              <a:defRPr sz="2200"/>
            </a:pPr>
            <a:r>
              <a:t>Improve with larger diverse dataset, cross-validation and error analysis</a:t>
            </a:r>
          </a:p>
          <a:p>
            <a:pPr>
              <a:defRPr sz="2200"/>
            </a:pPr>
            <a:r>
              <a:t>Consider aspect-based sentiment and multilingual reviews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 an end-to-end text classification prototype</a:t>
            </a:r>
          </a:p>
          <a:p>
            <a:pPr>
              <a:defRPr sz="2200"/>
            </a:pPr>
            <a:r>
              <a:t>Reproducible training script and saved model</a:t>
            </a:r>
          </a:p>
          <a:p>
            <a:pPr>
              <a:defRPr sz="2200"/>
            </a:pPr>
            <a:r>
              <a:t>Interactive dashboard for live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