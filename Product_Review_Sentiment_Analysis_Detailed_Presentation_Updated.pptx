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PRODUCT REVIEW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B4DCE6"/>
                </a:solidFill>
                <a:latin typeface="Aptos"/>
              </a:defRPr>
            </a:pPr>
            <a:r>
              <a:t>Detailed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G. Srihari  |  23BCB7055</a:t>
            </a:r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Python • TF-IDF • Logistic Regression •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093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7E1"/>
                </a:solidFill>
                <a:latin typeface="Aptos"/>
              </a:defRPr>
            </a:pPr>
            <a:r>
              <a:t>Electrical, electronics and computer product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8998" y="5349240"/>
            <a:ext cx="1024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3737"/>
                </a:solidFill>
              </a:defRPr>
            </a:pPr>
            <a:r>
              <a:rPr dirty="0">
                <a:solidFill>
                  <a:srgbClr val="92D050"/>
                </a:solidFill>
              </a:rPr>
              <a:t>Students: G. Srihari (23BCB7055)  |  Shaik Abdullah (23BCB7242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A complete baseline pipeline from labelled review data to interactive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Classifies review text into Positive, Negative or Neutral sentiment.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Uses a 300-row synthetic dataset balanced across three classes.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Trains a TF-IDF + Logistic Regression pipeline with Scikit-learn.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Saves the trained model, metrics, confusion matrix and test predictions.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Provides a Streamlit interface for individual review analysis and dataset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Problem statement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• Manual review analysis is slow when many product opinions must be examined.</a:t>
            </a:r>
          </a:p>
          <a:p>
            <a:pPr>
              <a:spcAft>
                <a:spcPts val="15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• Goal: automatically identify the polarity expressed in each review.</a:t>
            </a:r>
          </a:p>
          <a:p>
            <a:pPr>
              <a:spcAft>
                <a:spcPts val="15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• Prepare and validate a labelled CSV dataset.</a:t>
            </a:r>
          </a:p>
          <a:p>
            <a:pPr>
              <a:spcAft>
                <a:spcPts val="15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• Train and evaluate a reproducible three-class text classifier.</a:t>
            </a:r>
          </a:p>
          <a:p>
            <a:pPr>
              <a:spcAft>
                <a:spcPts val="15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• Expose the model through a simple web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Dataset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Statistics computed from data/input/product_reviews_sample.csv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364AA"/>
                </a:solidFill>
                <a:latin typeface="Aptos"/>
              </a:defRPr>
            </a:pPr>
            <a:r>
              <a:t>300</a:t>
            </a:r>
          </a:p>
          <a:p>
            <a:pPr>
              <a:spcAft>
                <a:spcPts val="700"/>
              </a:spcAft>
              <a:defRPr sz="2500" b="1">
                <a:solidFill>
                  <a:srgbClr val="2364AA"/>
                </a:solidFill>
                <a:latin typeface="Aptos"/>
              </a:defRPr>
            </a:pPr>
            <a:r>
              <a:t>Total review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68C8C"/>
                </a:solidFill>
                <a:latin typeface="Aptos"/>
              </a:defRPr>
            </a:pPr>
            <a:r>
              <a:t>10</a:t>
            </a:r>
          </a:p>
          <a:p>
            <a:pPr>
              <a:spcAft>
                <a:spcPts val="700"/>
              </a:spcAft>
              <a:defRPr sz="2500" b="1">
                <a:solidFill>
                  <a:srgbClr val="168C8C"/>
                </a:solidFill>
                <a:latin typeface="Aptos"/>
              </a:defRPr>
            </a:pPr>
            <a:r>
              <a:t>Product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364AA"/>
                </a:solidFill>
                <a:latin typeface="Aptos"/>
              </a:defRPr>
            </a:pPr>
            <a:r>
              <a:t>3</a:t>
            </a:r>
          </a:p>
          <a:p>
            <a:pPr>
              <a:spcAft>
                <a:spcPts val="700"/>
              </a:spcAft>
              <a:defRPr sz="2500" b="1">
                <a:solidFill>
                  <a:srgbClr val="2364AA"/>
                </a:solidFill>
                <a:latin typeface="Aptos"/>
              </a:defRPr>
            </a:pPr>
            <a:r>
              <a:t>Sentiment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100 positive, 100 negative and 100 neutral examples.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CSV fields: product_category, review_text, sentiment, data_origin.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All rows are marked synthetic_demo; they are not genuine marketplace reviews.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Sentiment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 descr="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A6773"/>
                </a:solidFill>
                <a:latin typeface="Aptos"/>
              </a:defRPr>
            </a:pPr>
            <a:r>
              <a:t>100 records in each class; source: submitted input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Product category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417320"/>
            <a:ext cx="78638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A6773"/>
                </a:solidFill>
                <a:latin typeface="Aptos"/>
              </a:defRPr>
            </a:pPr>
            <a:r>
              <a:t>30 synthetic review examples per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1417320"/>
            <a:ext cx="886968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A6773"/>
                </a:solidFill>
                <a:latin typeface="Aptos"/>
              </a:defRPr>
            </a:pPr>
            <a:r>
              <a:t>Architecture graphic included in the submitted project ZIP.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Implementation details from src/train.py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Load CSV with Pandas; validate review_text and sentiment columns.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Drop rows missing either required field.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Stratified 80:20 train/test split; random_state = 42.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TF-IDF: lowercase, unigrams + bigrams, max_features = 12,000, sublinear_tf = True.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Logistic Regression: max_iter = 1,000, class_weight = balanced.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Fit a Scikit-learn Pipeline and serialize it with joblib.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Code highlight – model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Excerpt from the submitted src/train.py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model = Pipeline([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('tfidf', TfidfVectorizer(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lowercase=True,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ngram_range=(1, 2),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max_features=12000,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sublinear_tf=True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)),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('classifier', LogisticRegression(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max_iter=1000,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class_weight='balanced',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    random_state=42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  ))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])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Consolas"/>
              </a:defRPr>
            </a:pPr>
            <a:r>
              <a:t>model.fit(X_train, y_train)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Training and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Actual counts from saved metrics.json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2364AA"/>
                </a:solidFill>
                <a:latin typeface="Aptos"/>
              </a:defRPr>
            </a:pPr>
            <a:r>
              <a:t>240</a:t>
            </a:r>
          </a:p>
          <a:p>
            <a:pPr algn="ctr">
              <a:spcAft>
                <a:spcPts val="700"/>
              </a:spcAft>
              <a:defRPr sz="2800" b="1">
                <a:solidFill>
                  <a:srgbClr val="2364AA"/>
                </a:solidFill>
                <a:latin typeface="Aptos"/>
              </a:defRPr>
            </a:pPr>
            <a:r>
              <a:t>Training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68C8C"/>
                </a:solidFill>
                <a:latin typeface="Aptos"/>
              </a:defRPr>
            </a:pPr>
            <a:r>
              <a:t>60</a:t>
            </a:r>
          </a:p>
          <a:p>
            <a:pPr algn="ctr">
              <a:spcAft>
                <a:spcPts val="700"/>
              </a:spcAft>
              <a:defRPr sz="2800" b="1">
                <a:solidFill>
                  <a:srgbClr val="168C8C"/>
                </a:solidFill>
                <a:latin typeface="Aptos"/>
              </a:defRPr>
            </a:pPr>
            <a:r>
              <a:t>Test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80% training / 20% testing.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Stratification preserves the sentiment proportions.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Test set: 20 negative, 20 neutral and 20 positive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Values read from data/output/metrics.json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200" b="1">
                <a:solidFill>
                  <a:srgbClr val="168C8C"/>
                </a:solidFill>
                <a:latin typeface="Aptos"/>
              </a:defRPr>
            </a:pPr>
            <a:r>
              <a:t>100%</a:t>
            </a:r>
          </a:p>
          <a:p>
            <a:pPr algn="ctr">
              <a:spcAft>
                <a:spcPts val="700"/>
              </a:spcAft>
              <a:defRPr sz="3200" b="1">
                <a:solidFill>
                  <a:srgbClr val="168C8C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Precision: 1.00 for each sentiment class.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Recall: 1.00 for each sentiment class.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F1-score: 1.00 for each sentiment class.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Support: 20 test examples per class.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Macro average and weighted average: 1.00.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27" y="1417320"/>
            <a:ext cx="603504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A6773"/>
                </a:solidFill>
                <a:latin typeface="Aptos"/>
              </a:defRPr>
            </a:pPr>
            <a:r>
              <a:t>All 60 synthetic test records were correctly classified in this saved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Sample test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Rows selected from submitted data/output/test_predictions.csv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79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Review excerpt</a:t>
                      </a:r>
                    </a:p>
                  </a:txBody>
                  <a:tcPr marL="73152" marR="7315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 marL="73152" marR="7315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Predicted</a:t>
                      </a:r>
                    </a:p>
                  </a:txBody>
                  <a:tcPr marL="73152" marR="73152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Battery drains quickly and performance is slow. Overall, I di...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Received a defective item. Would not recommend.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negative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Clear sound and comfortable design. Very satisfied. Overall, ...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Amazing product, delivery was quick and packaging was good.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Battery life is great and setup was simple. Overall, I like it.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</a:defRPr>
                      </a:pPr>
                      <a:r>
                        <a:t>positive</a:t>
                      </a:r>
                    </a:p>
                  </a:txBody>
                  <a:tcPr marL="73152" marR="73152"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Streamlit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773"/>
                </a:solidFill>
                <a:latin typeface="Aptos"/>
              </a:defRPr>
            </a:pPr>
            <a:r>
              <a:t>Functionality implemented in app.py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Tab 1 – Analyze a review: text area, Analyze sentiment button and predicted label.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Displays the largest class probability as a model confidence score.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Shows class probability values in a bar chart.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Tab 2 – Explore dataset: review count, category count and sentiment class count.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Displays sentiment distribution and up to 30 rows of the sample dataset.</a:t>
            </a:r>
          </a:p>
          <a:p>
            <a:pPr>
              <a:spcAft>
                <a:spcPts val="15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Loads the serialized model from models/sentiment_model.joblib.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How to run the project locally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63238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spcAft>
                <a:spcPts val="700"/>
              </a:spcAft>
              <a:defRPr sz="2000" b="0">
                <a:solidFill>
                  <a:srgbClr val="263238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2000" b="0">
                <a:solidFill>
                  <a:srgbClr val="263238"/>
                </a:solidFill>
                <a:latin typeface="Consolas"/>
              </a:defRPr>
            </a:pPr>
            <a:r>
              <a:t>python src/train.py</a:t>
            </a:r>
          </a:p>
          <a:p>
            <a:pPr>
              <a:spcAft>
                <a:spcPts val="700"/>
              </a:spcAft>
              <a:defRPr sz="2000" b="0">
                <a:solidFill>
                  <a:srgbClr val="263238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2000" b="0">
                <a:solidFill>
                  <a:srgbClr val="263238"/>
                </a:solidFill>
                <a:latin typeface="Consolas"/>
              </a:defRPr>
            </a:pPr>
            <a:r>
              <a:t>streamlit run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A6773"/>
                </a:solidFill>
                <a:latin typeface="Aptos"/>
              </a:defRPr>
            </a:pPr>
            <a:r>
              <a:t>The training script regenerates the model and evaluation files; the Streamlit app loads the saved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Limitations and honest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Dataset is synthetic demonstration data, not genuine customer feedback.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Only 300 rows and 60 held-out test examples are available.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Repeated/formulaic wording can make synthetic classification easier than real reviews.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Sarcasm, context, spelling variation, multilingual text and mixed opinions remain challenging.</a:t>
            </a:r>
          </a:p>
          <a:p>
            <a:pPr>
              <a:spcAft>
                <a:spcPts val="15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100% test accuracy is not a claim of real-world or production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Use a larger, licensed and representative real-world review dataset.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Remove duplicate/template leakage and evaluate on a genuinely independent test set.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Compare Logistic Regression with Linear SVM and Naive Bayes.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Add CSV batch upload, downloadable predictions and category-wise dashboards.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Calibrate prediction confidence and route ambiguous reviews for human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Implemented a complete baseline text-classification workflow.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Integrated Pandas, TF-IDF, Logistic Regression, joblib and Streamlit.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Generated reproducible test predictions, metrics and confusion matrix.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The saved run scores 100% on the synthetic 60-row test set only.</a:t>
            </a:r>
          </a:p>
          <a:p>
            <a:pPr>
              <a:spcAft>
                <a:spcPts val="15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Real-world effectiveness requires evaluation on genuine, representative product reviews.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Repository and project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109960" cy="320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PRODUCT REVIEW SENTIMENT ANALYSIS  |  G. SRIHARI  |  23BCB7055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A6773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github.com/srihari20032006/Product-Review-Sentiment-Analysis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src/train.py – training and evaluation code</a:t>
            </a:r>
          </a:p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app.py – Streamlit user interface</a:t>
            </a:r>
          </a:p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data/input – original sample dataset</a:t>
            </a:r>
          </a:p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data/intermediate – preprocessed review data</a:t>
            </a:r>
          </a:p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data/output – metrics, confusion matrix and test predictions</a:t>
            </a:r>
          </a:p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models – serialized trained pipeline</a:t>
            </a:r>
          </a:p>
          <a:p>
            <a:pPr>
              <a:spcAft>
                <a:spcPts val="15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docs – architecture, report and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0">
                <a:solidFill>
                  <a:srgbClr val="B4DCE6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G. Srihari  |  23BCB7055</a:t>
            </a:r>
            <a:endParaRPr lang="en-IN" dirty="0"/>
          </a:p>
          <a:p>
            <a:pPr algn="ctr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Shaik Abdullah 23BCB7242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G. Srihari (23BCB7055)  |  Shaik Abdullah (23BCB7242)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1549</Words>
  <Application>Microsoft Office PowerPoint</Application>
  <PresentationFormat>Widescreen</PresentationFormat>
  <Paragraphs>204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srihari garapati</cp:lastModifiedBy>
  <cp:revision>2</cp:revision>
  <dcterms:created xsi:type="dcterms:W3CDTF">2013-01-27T09:14:16Z</dcterms:created>
  <dcterms:modified xsi:type="dcterms:W3CDTF">2026-10-30T04:16:14Z</dcterms:modified>
  <cp:category/>
</cp:coreProperties>
</file>